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outlineViewPr/>
  <p:notesTextViewPr/>
  <p:gridSpacing cx="78028800" cy="780288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Business Presentation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Editable template for a business overview deck.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Replace the bracketed prompts with your business details.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Topics covered: customer need, offer, advantage, target market, acquisition, resources, profitability, next steps.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1. Customer Need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[What problem does your business solve?]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[Who experiences this problem, and how often?]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[Why is the current solution inadequate, expensive, slow, or frustrating?]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evidence shows this need is real? Examples: interviews, complaints, trends, market data.]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2. Service Or Product Offered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[Describe the product or service in one sentence.]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are the core features or deliverables?]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[How does the customer buy it or use it?]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[Why does it solve the need better than alternatives?]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3. Competitive Advantage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[What makes your business difficult to copy?]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[Examples: niche expertise, speed, relationships, better UX, lower cost, proprietary process, local focus.]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do you do better than competitors right now?]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will help you stay ahead over time?]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4. Target Customers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[Who is most likely to buy first?]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[Describe target customers by industry, age, role, budget, geography, or use case.]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[Which segment is highest priority?]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[Why is this segment a strong fit for your offer?]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5. Customer Acquisition Plan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[How will target customers discover you?]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[Examples: referrals, SEO, LinkedIn, local networking, paid ads, partnerships, direct outreach.]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[Which channels will you test first?]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is your sales process from first contact to conversion?]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6. Resources Needed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[What resources are essential to launch or grow?]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[Examples: equipment, software, licenses, contractors, marketing budget, inventory, workspace.]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[Which resources do you already have?]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[Which resources are still missing, and what will they cost?]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7. Evidence Of Profitability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[How does the business make money?]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are the expected prices, costs, and gross margins?]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proof suggests customers will pay? Examples: pilots, early sales, comparable businesses, quotes.]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[At roughly what sales volume do you break even?]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F3A5F"/>
                </a:solidFill>
              </a:rPr>
              <a:t>8. Next Steps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685800" y="1485900"/>
            <a:ext cx="105156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334155"/>
                </a:solidFill>
              </a:rPr>
              <a:t>[What are the next 3–5 actions to move the business forward?]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[Examples: validate demand, build MVP, sign pilot customers, register business, secure vendors, refine pricing.]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[Who is responsible for each action?]</a:t>
            </a:r>
            <a:endParaRPr lang="en-US"/>
          </a:p>
          <a:p>
            <a:r>
              <a:rPr lang="en-US" sz="1800">
                <a:solidFill>
                  <a:srgbClr val="334155"/>
                </a:solidFill>
              </a:rPr>
              <a:t>• [What is the timeline for the next 30–90 days?]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3A5F"/>
      </a:dk2>
      <a:lt2>
        <a:srgbClr val="F5F7FA"/>
      </a:lt2>
      <a:accent1>
        <a:srgbClr val="4F46E5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9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Presentation Template</dc:title>
  <dc:subject>Business overview deck</dc:subject>
  <dc:creator>Codex</dc:creator>
  <cp:keywords>business,pitch,presentation</cp:keywords>
  <dc:description>Editable business presentation template.</dc:description>
  <cp:lastModifiedBy>Codex</cp:lastModifiedBy>
  <dcterms:created xsi:type="dcterms:W3CDTF">2026-04-12T19:26:13Z</dcterms:created>
  <dcterms:modified xsi:type="dcterms:W3CDTF">2026-04-12T19:26:13Z</dcterms:modified>
</cp:coreProperties>
</file>